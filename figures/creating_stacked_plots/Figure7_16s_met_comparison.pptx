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73152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82" d="100"/>
          <a:sy n="82" d="100"/>
        </p:scale>
        <p:origin x="349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646133"/>
            <a:ext cx="6217920" cy="3501813"/>
          </a:xfrm>
        </p:spPr>
        <p:txBody>
          <a:bodyPr anchor="b"/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5282989"/>
            <a:ext cx="5486400" cy="2428451"/>
          </a:xfrm>
        </p:spPr>
        <p:txBody>
          <a:bodyPr/>
          <a:lstStyle>
            <a:lvl1pPr marL="0" indent="0" algn="ctr">
              <a:buNone/>
              <a:defRPr sz="1920"/>
            </a:lvl1pPr>
            <a:lvl2pPr marL="365760" indent="0" algn="ctr">
              <a:buNone/>
              <a:defRPr sz="1600"/>
            </a:lvl2pPr>
            <a:lvl3pPr marL="731520" indent="0" algn="ctr">
              <a:buNone/>
              <a:defRPr sz="1440"/>
            </a:lvl3pPr>
            <a:lvl4pPr marL="1097280" indent="0" algn="ctr">
              <a:buNone/>
              <a:defRPr sz="1280"/>
            </a:lvl4pPr>
            <a:lvl5pPr marL="1463040" indent="0" algn="ctr">
              <a:buNone/>
              <a:defRPr sz="1280"/>
            </a:lvl5pPr>
            <a:lvl6pPr marL="1828800" indent="0" algn="ctr">
              <a:buNone/>
              <a:defRPr sz="1280"/>
            </a:lvl6pPr>
            <a:lvl7pPr marL="2194560" indent="0" algn="ctr">
              <a:buNone/>
              <a:defRPr sz="1280"/>
            </a:lvl7pPr>
            <a:lvl8pPr marL="2560320" indent="0" algn="ctr">
              <a:buNone/>
              <a:defRPr sz="1280"/>
            </a:lvl8pPr>
            <a:lvl9pPr marL="2926080" indent="0" algn="ctr">
              <a:buNone/>
              <a:defRPr sz="12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FE895-DA81-8C4F-BD98-16B87BFA5346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04441-AD6E-8643-82D0-B7BF81697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460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FE895-DA81-8C4F-BD98-16B87BFA5346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04441-AD6E-8643-82D0-B7BF81697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356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9110" y="2507618"/>
            <a:ext cx="6309360" cy="4184014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9110" y="6731215"/>
            <a:ext cx="6309360" cy="2200274"/>
          </a:xfrm>
        </p:spPr>
        <p:txBody>
          <a:bodyPr/>
          <a:lstStyle>
            <a:lvl1pPr marL="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1pPr>
            <a:lvl2pPr marL="36576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2pPr>
            <a:lvl3pPr marL="73152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3pPr>
            <a:lvl4pPr marL="109728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4pPr>
            <a:lvl5pPr marL="146304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5pPr>
            <a:lvl6pPr marL="182880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6pPr>
            <a:lvl7pPr marL="219456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7pPr>
            <a:lvl8pPr marL="256032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8pPr>
            <a:lvl9pPr marL="292608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FE895-DA81-8C4F-BD98-16B87BFA5346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04441-AD6E-8643-82D0-B7BF81697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641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2920" y="2677584"/>
            <a:ext cx="310896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03320" y="2677584"/>
            <a:ext cx="310896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FE895-DA81-8C4F-BD98-16B87BFA5346}" type="datetimeFigureOut">
              <a:rPr lang="en-US" smtClean="0"/>
              <a:t>7/3/26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04441-AD6E-8643-82D0-B7BF81697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369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535519"/>
            <a:ext cx="6309360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3874" y="2465706"/>
            <a:ext cx="3094672" cy="1208404"/>
          </a:xfrm>
        </p:spPr>
        <p:txBody>
          <a:bodyPr anchor="b"/>
          <a:lstStyle>
            <a:lvl1pPr marL="0" indent="0">
              <a:buNone/>
              <a:defRPr sz="1920" b="1"/>
            </a:lvl1pPr>
            <a:lvl2pPr marL="365760" indent="0">
              <a:buNone/>
              <a:defRPr sz="1600" b="1"/>
            </a:lvl2pPr>
            <a:lvl3pPr marL="731520" indent="0">
              <a:buNone/>
              <a:defRPr sz="1440" b="1"/>
            </a:lvl3pPr>
            <a:lvl4pPr marL="1097280" indent="0">
              <a:buNone/>
              <a:defRPr sz="1280" b="1"/>
            </a:lvl4pPr>
            <a:lvl5pPr marL="1463040" indent="0">
              <a:buNone/>
              <a:defRPr sz="1280" b="1"/>
            </a:lvl5pPr>
            <a:lvl6pPr marL="1828800" indent="0">
              <a:buNone/>
              <a:defRPr sz="1280" b="1"/>
            </a:lvl6pPr>
            <a:lvl7pPr marL="2194560" indent="0">
              <a:buNone/>
              <a:defRPr sz="1280" b="1"/>
            </a:lvl7pPr>
            <a:lvl8pPr marL="2560320" indent="0">
              <a:buNone/>
              <a:defRPr sz="1280" b="1"/>
            </a:lvl8pPr>
            <a:lvl9pPr marL="2926080" indent="0">
              <a:buNone/>
              <a:defRPr sz="12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874" y="3674110"/>
            <a:ext cx="309467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703320" y="2465706"/>
            <a:ext cx="3109913" cy="1208404"/>
          </a:xfrm>
        </p:spPr>
        <p:txBody>
          <a:bodyPr anchor="b"/>
          <a:lstStyle>
            <a:lvl1pPr marL="0" indent="0">
              <a:buNone/>
              <a:defRPr sz="1920" b="1"/>
            </a:lvl1pPr>
            <a:lvl2pPr marL="365760" indent="0">
              <a:buNone/>
              <a:defRPr sz="1600" b="1"/>
            </a:lvl2pPr>
            <a:lvl3pPr marL="731520" indent="0">
              <a:buNone/>
              <a:defRPr sz="1440" b="1"/>
            </a:lvl3pPr>
            <a:lvl4pPr marL="1097280" indent="0">
              <a:buNone/>
              <a:defRPr sz="1280" b="1"/>
            </a:lvl4pPr>
            <a:lvl5pPr marL="1463040" indent="0">
              <a:buNone/>
              <a:defRPr sz="1280" b="1"/>
            </a:lvl5pPr>
            <a:lvl6pPr marL="1828800" indent="0">
              <a:buNone/>
              <a:defRPr sz="1280" b="1"/>
            </a:lvl6pPr>
            <a:lvl7pPr marL="2194560" indent="0">
              <a:buNone/>
              <a:defRPr sz="1280" b="1"/>
            </a:lvl7pPr>
            <a:lvl8pPr marL="2560320" indent="0">
              <a:buNone/>
              <a:defRPr sz="1280" b="1"/>
            </a:lvl8pPr>
            <a:lvl9pPr marL="2926080" indent="0">
              <a:buNone/>
              <a:defRPr sz="12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703320" y="3674110"/>
            <a:ext cx="3109913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FE895-DA81-8C4F-BD98-16B87BFA5346}" type="datetimeFigureOut">
              <a:rPr lang="en-US" smtClean="0"/>
              <a:t>7/3/26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04441-AD6E-8643-82D0-B7BF81697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969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FE895-DA81-8C4F-BD98-16B87BFA5346}" type="datetimeFigureOut">
              <a:rPr lang="en-US" smtClean="0"/>
              <a:t>7/3/26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04441-AD6E-8643-82D0-B7BF81697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849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FE895-DA81-8C4F-BD98-16B87BFA5346}" type="datetimeFigureOut">
              <a:rPr lang="en-US" smtClean="0"/>
              <a:t>7/3/26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04441-AD6E-8643-82D0-B7BF81697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42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670560"/>
            <a:ext cx="2359342" cy="2346960"/>
          </a:xfrm>
        </p:spPr>
        <p:txBody>
          <a:bodyPr anchor="b"/>
          <a:lstStyle>
            <a:lvl1pPr>
              <a:defRPr sz="2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9913" y="1448226"/>
            <a:ext cx="3703320" cy="7147983"/>
          </a:xfrm>
        </p:spPr>
        <p:txBody>
          <a:bodyPr/>
          <a:lstStyle>
            <a:lvl1pPr>
              <a:defRPr sz="2560"/>
            </a:lvl1pPr>
            <a:lvl2pPr>
              <a:defRPr sz="2240"/>
            </a:lvl2pPr>
            <a:lvl3pPr>
              <a:defRPr sz="192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873" y="3017520"/>
            <a:ext cx="2359342" cy="5590329"/>
          </a:xfrm>
        </p:spPr>
        <p:txBody>
          <a:bodyPr/>
          <a:lstStyle>
            <a:lvl1pPr marL="0" indent="0">
              <a:buNone/>
              <a:defRPr sz="1280"/>
            </a:lvl1pPr>
            <a:lvl2pPr marL="365760" indent="0">
              <a:buNone/>
              <a:defRPr sz="1120"/>
            </a:lvl2pPr>
            <a:lvl3pPr marL="731520" indent="0">
              <a:buNone/>
              <a:defRPr sz="960"/>
            </a:lvl3pPr>
            <a:lvl4pPr marL="1097280" indent="0">
              <a:buNone/>
              <a:defRPr sz="800"/>
            </a:lvl4pPr>
            <a:lvl5pPr marL="1463040" indent="0">
              <a:buNone/>
              <a:defRPr sz="800"/>
            </a:lvl5pPr>
            <a:lvl6pPr marL="1828800" indent="0">
              <a:buNone/>
              <a:defRPr sz="800"/>
            </a:lvl6pPr>
            <a:lvl7pPr marL="2194560" indent="0">
              <a:buNone/>
              <a:defRPr sz="800"/>
            </a:lvl7pPr>
            <a:lvl8pPr marL="2560320" indent="0">
              <a:buNone/>
              <a:defRPr sz="800"/>
            </a:lvl8pPr>
            <a:lvl9pPr marL="2926080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FE895-DA81-8C4F-BD98-16B87BFA5346}" type="datetimeFigureOut">
              <a:rPr lang="en-US" smtClean="0"/>
              <a:t>7/3/26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04441-AD6E-8643-82D0-B7BF81697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308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670560"/>
            <a:ext cx="2359342" cy="2346960"/>
          </a:xfrm>
        </p:spPr>
        <p:txBody>
          <a:bodyPr anchor="b"/>
          <a:lstStyle>
            <a:lvl1pPr>
              <a:defRPr sz="2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109913" y="1448226"/>
            <a:ext cx="3703320" cy="7147983"/>
          </a:xfrm>
        </p:spPr>
        <p:txBody>
          <a:bodyPr anchor="t"/>
          <a:lstStyle>
            <a:lvl1pPr marL="0" indent="0">
              <a:buNone/>
              <a:defRPr sz="2560"/>
            </a:lvl1pPr>
            <a:lvl2pPr marL="365760" indent="0">
              <a:buNone/>
              <a:defRPr sz="2240"/>
            </a:lvl2pPr>
            <a:lvl3pPr marL="731520" indent="0">
              <a:buNone/>
              <a:defRPr sz="1920"/>
            </a:lvl3pPr>
            <a:lvl4pPr marL="1097280" indent="0">
              <a:buNone/>
              <a:defRPr sz="1600"/>
            </a:lvl4pPr>
            <a:lvl5pPr marL="1463040" indent="0">
              <a:buNone/>
              <a:defRPr sz="1600"/>
            </a:lvl5pPr>
            <a:lvl6pPr marL="1828800" indent="0">
              <a:buNone/>
              <a:defRPr sz="1600"/>
            </a:lvl6pPr>
            <a:lvl7pPr marL="2194560" indent="0">
              <a:buNone/>
              <a:defRPr sz="1600"/>
            </a:lvl7pPr>
            <a:lvl8pPr marL="2560320" indent="0">
              <a:buNone/>
              <a:defRPr sz="1600"/>
            </a:lvl8pPr>
            <a:lvl9pPr marL="292608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873" y="3017520"/>
            <a:ext cx="2359342" cy="5590329"/>
          </a:xfrm>
        </p:spPr>
        <p:txBody>
          <a:bodyPr/>
          <a:lstStyle>
            <a:lvl1pPr marL="0" indent="0">
              <a:buNone/>
              <a:defRPr sz="1280"/>
            </a:lvl1pPr>
            <a:lvl2pPr marL="365760" indent="0">
              <a:buNone/>
              <a:defRPr sz="1120"/>
            </a:lvl2pPr>
            <a:lvl3pPr marL="731520" indent="0">
              <a:buNone/>
              <a:defRPr sz="960"/>
            </a:lvl3pPr>
            <a:lvl4pPr marL="1097280" indent="0">
              <a:buNone/>
              <a:defRPr sz="800"/>
            </a:lvl4pPr>
            <a:lvl5pPr marL="1463040" indent="0">
              <a:buNone/>
              <a:defRPr sz="800"/>
            </a:lvl5pPr>
            <a:lvl6pPr marL="1828800" indent="0">
              <a:buNone/>
              <a:defRPr sz="800"/>
            </a:lvl6pPr>
            <a:lvl7pPr marL="2194560" indent="0">
              <a:buNone/>
              <a:defRPr sz="800"/>
            </a:lvl7pPr>
            <a:lvl8pPr marL="2560320" indent="0">
              <a:buNone/>
              <a:defRPr sz="800"/>
            </a:lvl8pPr>
            <a:lvl9pPr marL="2926080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FE895-DA81-8C4F-BD98-16B87BFA5346}" type="datetimeFigureOut">
              <a:rPr lang="en-US" smtClean="0"/>
              <a:t>7/3/26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04441-AD6E-8643-82D0-B7BF81697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775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FE895-DA81-8C4F-BD98-16B87BFA5346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04441-AD6E-8643-82D0-B7BF81697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168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234940" y="535517"/>
            <a:ext cx="1577340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2920" y="535517"/>
            <a:ext cx="4640580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FE895-DA81-8C4F-BD98-16B87BFA5346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04441-AD6E-8643-82D0-B7BF81697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564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2920" y="535519"/>
            <a:ext cx="6309360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2920" y="2677584"/>
            <a:ext cx="6309360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2920" y="9322649"/>
            <a:ext cx="164592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FFE895-DA81-8C4F-BD98-16B87BFA5346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23160" y="9322649"/>
            <a:ext cx="246888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66360" y="9322649"/>
            <a:ext cx="164592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304441-AD6E-8643-82D0-B7BF81697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759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31520" rtl="0" eaLnBrk="1" latinLnBrk="0" hangingPunct="1">
        <a:lnSpc>
          <a:spcPct val="90000"/>
        </a:lnSpc>
        <a:spcBef>
          <a:spcPct val="0"/>
        </a:spcBef>
        <a:buNone/>
        <a:defRPr sz="35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73152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24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201168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19456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256032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292608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55721C63-1CF2-713B-1637-B406C543EB21}"/>
              </a:ext>
            </a:extLst>
          </p:cNvPr>
          <p:cNvGrpSpPr/>
          <p:nvPr/>
        </p:nvGrpSpPr>
        <p:grpSpPr>
          <a:xfrm>
            <a:off x="0" y="0"/>
            <a:ext cx="7315200" cy="9999855"/>
            <a:chOff x="0" y="0"/>
            <a:chExt cx="7315200" cy="999985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E504554-FC42-C9C6-2236-0F71CF2ABC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3294255"/>
              <a:ext cx="7315200" cy="670560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1F267DDA-29A3-9C75-5295-43B3EE26EE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7315200" cy="304800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8007713-E1DD-C5FC-D95F-D45C18A38F1A}"/>
                </a:ext>
              </a:extLst>
            </p:cNvPr>
            <p:cNvSpPr txBox="1"/>
            <p:nvPr/>
          </p:nvSpPr>
          <p:spPr>
            <a:xfrm>
              <a:off x="276225" y="152400"/>
              <a:ext cx="27603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A</a:t>
              </a:r>
              <a:endParaRPr lang="en-US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6717E7D-EA91-2885-A0CA-E54DEBE28995}"/>
                </a:ext>
              </a:extLst>
            </p:cNvPr>
            <p:cNvSpPr txBox="1"/>
            <p:nvPr/>
          </p:nvSpPr>
          <p:spPr>
            <a:xfrm>
              <a:off x="2641600" y="152399"/>
              <a:ext cx="27603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B</a:t>
              </a:r>
              <a:endParaRPr lang="en-US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2C8174E-77A5-6970-AF83-A3F1E97670E6}"/>
                </a:ext>
              </a:extLst>
            </p:cNvPr>
            <p:cNvSpPr txBox="1"/>
            <p:nvPr/>
          </p:nvSpPr>
          <p:spPr>
            <a:xfrm>
              <a:off x="5057775" y="152398"/>
              <a:ext cx="27603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C</a:t>
              </a:r>
              <a:endParaRPr lang="en-US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D602D42-10AC-ACA8-A60A-B96D78248BE0}"/>
                </a:ext>
              </a:extLst>
            </p:cNvPr>
            <p:cNvSpPr txBox="1"/>
            <p:nvPr/>
          </p:nvSpPr>
          <p:spPr>
            <a:xfrm>
              <a:off x="329733" y="3433917"/>
              <a:ext cx="27603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D</a:t>
              </a:r>
              <a:endParaRPr lang="en-US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DD98289-0F6E-7C1E-EBF5-D71FED3F0155}"/>
                </a:ext>
              </a:extLst>
            </p:cNvPr>
            <p:cNvSpPr txBox="1"/>
            <p:nvPr/>
          </p:nvSpPr>
          <p:spPr>
            <a:xfrm>
              <a:off x="276225" y="5320353"/>
              <a:ext cx="27603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E</a:t>
              </a:r>
              <a:endParaRPr lang="en-US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0B4166B-ECEC-6707-FF9C-CE61F8B50F31}"/>
                </a:ext>
              </a:extLst>
            </p:cNvPr>
            <p:cNvSpPr txBox="1"/>
            <p:nvPr/>
          </p:nvSpPr>
          <p:spPr>
            <a:xfrm>
              <a:off x="329733" y="7717307"/>
              <a:ext cx="27603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F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3198509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4168</TotalTime>
  <Words>6</Words>
  <Application>Microsoft Macintosh PowerPoint</Application>
  <PresentationFormat>Custom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Jacob Wynne</dc:creator>
  <cp:lastModifiedBy>Jacob Wynne</cp:lastModifiedBy>
  <cp:revision>3</cp:revision>
  <dcterms:created xsi:type="dcterms:W3CDTF">2026-04-15T00:50:55Z</dcterms:created>
  <dcterms:modified xsi:type="dcterms:W3CDTF">2026-07-03T19:37:23Z</dcterms:modified>
</cp:coreProperties>
</file>
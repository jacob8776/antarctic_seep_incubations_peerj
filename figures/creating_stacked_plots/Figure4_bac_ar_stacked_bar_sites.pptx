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</p:sldIdLst>
  <p:sldSz cx="7315200" cy="100584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82" d="100"/>
          <a:sy n="82" d="100"/>
        </p:scale>
        <p:origin x="3496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48640" y="1646133"/>
            <a:ext cx="6217920" cy="3501813"/>
          </a:xfrm>
        </p:spPr>
        <p:txBody>
          <a:bodyPr anchor="b"/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14400" y="5282989"/>
            <a:ext cx="5486400" cy="2428451"/>
          </a:xfrm>
        </p:spPr>
        <p:txBody>
          <a:bodyPr/>
          <a:lstStyle>
            <a:lvl1pPr marL="0" indent="0" algn="ctr">
              <a:buNone/>
              <a:defRPr sz="1920"/>
            </a:lvl1pPr>
            <a:lvl2pPr marL="365760" indent="0" algn="ctr">
              <a:buNone/>
              <a:defRPr sz="1600"/>
            </a:lvl2pPr>
            <a:lvl3pPr marL="731520" indent="0" algn="ctr">
              <a:buNone/>
              <a:defRPr sz="1440"/>
            </a:lvl3pPr>
            <a:lvl4pPr marL="1097280" indent="0" algn="ctr">
              <a:buNone/>
              <a:defRPr sz="1280"/>
            </a:lvl4pPr>
            <a:lvl5pPr marL="1463040" indent="0" algn="ctr">
              <a:buNone/>
              <a:defRPr sz="1280"/>
            </a:lvl5pPr>
            <a:lvl6pPr marL="1828800" indent="0" algn="ctr">
              <a:buNone/>
              <a:defRPr sz="1280"/>
            </a:lvl6pPr>
            <a:lvl7pPr marL="2194560" indent="0" algn="ctr">
              <a:buNone/>
              <a:defRPr sz="1280"/>
            </a:lvl7pPr>
            <a:lvl8pPr marL="2560320" indent="0" algn="ctr">
              <a:buNone/>
              <a:defRPr sz="1280"/>
            </a:lvl8pPr>
            <a:lvl9pPr marL="2926080" indent="0" algn="ctr">
              <a:buNone/>
              <a:defRPr sz="128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90EEDA-E9D1-3B41-ACE2-04EB0671FE84}" type="datetimeFigureOut">
              <a:rPr lang="en-US" smtClean="0"/>
              <a:t>7/3/26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0BFBC5-0220-1241-81E3-EED11BEDFA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50190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90EEDA-E9D1-3B41-ACE2-04EB0671FE84}" type="datetimeFigureOut">
              <a:rPr lang="en-US" smtClean="0"/>
              <a:t>7/3/26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0BFBC5-0220-1241-81E3-EED11BEDFA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86706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9110" y="2507618"/>
            <a:ext cx="6309360" cy="4184014"/>
          </a:xfrm>
        </p:spPr>
        <p:txBody>
          <a:bodyPr anchor="b"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99110" y="6731215"/>
            <a:ext cx="6309360" cy="2200274"/>
          </a:xfrm>
        </p:spPr>
        <p:txBody>
          <a:bodyPr/>
          <a:lstStyle>
            <a:lvl1pPr marL="0" indent="0">
              <a:buNone/>
              <a:defRPr sz="1920">
                <a:solidFill>
                  <a:schemeClr val="tx1">
                    <a:tint val="82000"/>
                  </a:schemeClr>
                </a:solidFill>
              </a:defRPr>
            </a:lvl1pPr>
            <a:lvl2pPr marL="36576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2pPr>
            <a:lvl3pPr marL="731520" indent="0">
              <a:buNone/>
              <a:defRPr sz="1440">
                <a:solidFill>
                  <a:schemeClr val="tx1">
                    <a:tint val="82000"/>
                  </a:schemeClr>
                </a:solidFill>
              </a:defRPr>
            </a:lvl3pPr>
            <a:lvl4pPr marL="1097280" indent="0">
              <a:buNone/>
              <a:defRPr sz="1280">
                <a:solidFill>
                  <a:schemeClr val="tx1">
                    <a:tint val="82000"/>
                  </a:schemeClr>
                </a:solidFill>
              </a:defRPr>
            </a:lvl4pPr>
            <a:lvl5pPr marL="1463040" indent="0">
              <a:buNone/>
              <a:defRPr sz="1280">
                <a:solidFill>
                  <a:schemeClr val="tx1">
                    <a:tint val="82000"/>
                  </a:schemeClr>
                </a:solidFill>
              </a:defRPr>
            </a:lvl5pPr>
            <a:lvl6pPr marL="1828800" indent="0">
              <a:buNone/>
              <a:defRPr sz="1280">
                <a:solidFill>
                  <a:schemeClr val="tx1">
                    <a:tint val="82000"/>
                  </a:schemeClr>
                </a:solidFill>
              </a:defRPr>
            </a:lvl6pPr>
            <a:lvl7pPr marL="2194560" indent="0">
              <a:buNone/>
              <a:defRPr sz="1280">
                <a:solidFill>
                  <a:schemeClr val="tx1">
                    <a:tint val="82000"/>
                  </a:schemeClr>
                </a:solidFill>
              </a:defRPr>
            </a:lvl7pPr>
            <a:lvl8pPr marL="2560320" indent="0">
              <a:buNone/>
              <a:defRPr sz="1280">
                <a:solidFill>
                  <a:schemeClr val="tx1">
                    <a:tint val="82000"/>
                  </a:schemeClr>
                </a:solidFill>
              </a:defRPr>
            </a:lvl8pPr>
            <a:lvl9pPr marL="2926080" indent="0">
              <a:buNone/>
              <a:defRPr sz="128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90EEDA-E9D1-3B41-ACE2-04EB0671FE84}" type="datetimeFigureOut">
              <a:rPr lang="en-US" smtClean="0"/>
              <a:t>7/3/26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0BFBC5-0220-1241-81E3-EED11BEDFA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64271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02920" y="2677584"/>
            <a:ext cx="3108960" cy="63819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703320" y="2677584"/>
            <a:ext cx="3108960" cy="63819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90EEDA-E9D1-3B41-ACE2-04EB0671FE84}" type="datetimeFigureOut">
              <a:rPr lang="en-US" smtClean="0"/>
              <a:t>7/3/26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0BFBC5-0220-1241-81E3-EED11BEDFA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59606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3873" y="535519"/>
            <a:ext cx="6309360" cy="194415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3874" y="2465706"/>
            <a:ext cx="3094672" cy="1208404"/>
          </a:xfrm>
        </p:spPr>
        <p:txBody>
          <a:bodyPr anchor="b"/>
          <a:lstStyle>
            <a:lvl1pPr marL="0" indent="0">
              <a:buNone/>
              <a:defRPr sz="1920" b="1"/>
            </a:lvl1pPr>
            <a:lvl2pPr marL="365760" indent="0">
              <a:buNone/>
              <a:defRPr sz="1600" b="1"/>
            </a:lvl2pPr>
            <a:lvl3pPr marL="731520" indent="0">
              <a:buNone/>
              <a:defRPr sz="1440" b="1"/>
            </a:lvl3pPr>
            <a:lvl4pPr marL="1097280" indent="0">
              <a:buNone/>
              <a:defRPr sz="1280" b="1"/>
            </a:lvl4pPr>
            <a:lvl5pPr marL="1463040" indent="0">
              <a:buNone/>
              <a:defRPr sz="1280" b="1"/>
            </a:lvl5pPr>
            <a:lvl6pPr marL="1828800" indent="0">
              <a:buNone/>
              <a:defRPr sz="1280" b="1"/>
            </a:lvl6pPr>
            <a:lvl7pPr marL="2194560" indent="0">
              <a:buNone/>
              <a:defRPr sz="1280" b="1"/>
            </a:lvl7pPr>
            <a:lvl8pPr marL="2560320" indent="0">
              <a:buNone/>
              <a:defRPr sz="1280" b="1"/>
            </a:lvl8pPr>
            <a:lvl9pPr marL="2926080" indent="0">
              <a:buNone/>
              <a:defRPr sz="128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3874" y="3674110"/>
            <a:ext cx="3094672" cy="54040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703320" y="2465706"/>
            <a:ext cx="3109913" cy="1208404"/>
          </a:xfrm>
        </p:spPr>
        <p:txBody>
          <a:bodyPr anchor="b"/>
          <a:lstStyle>
            <a:lvl1pPr marL="0" indent="0">
              <a:buNone/>
              <a:defRPr sz="1920" b="1"/>
            </a:lvl1pPr>
            <a:lvl2pPr marL="365760" indent="0">
              <a:buNone/>
              <a:defRPr sz="1600" b="1"/>
            </a:lvl2pPr>
            <a:lvl3pPr marL="731520" indent="0">
              <a:buNone/>
              <a:defRPr sz="1440" b="1"/>
            </a:lvl3pPr>
            <a:lvl4pPr marL="1097280" indent="0">
              <a:buNone/>
              <a:defRPr sz="1280" b="1"/>
            </a:lvl4pPr>
            <a:lvl5pPr marL="1463040" indent="0">
              <a:buNone/>
              <a:defRPr sz="1280" b="1"/>
            </a:lvl5pPr>
            <a:lvl6pPr marL="1828800" indent="0">
              <a:buNone/>
              <a:defRPr sz="1280" b="1"/>
            </a:lvl6pPr>
            <a:lvl7pPr marL="2194560" indent="0">
              <a:buNone/>
              <a:defRPr sz="1280" b="1"/>
            </a:lvl7pPr>
            <a:lvl8pPr marL="2560320" indent="0">
              <a:buNone/>
              <a:defRPr sz="1280" b="1"/>
            </a:lvl8pPr>
            <a:lvl9pPr marL="2926080" indent="0">
              <a:buNone/>
              <a:defRPr sz="128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703320" y="3674110"/>
            <a:ext cx="3109913" cy="54040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90EEDA-E9D1-3B41-ACE2-04EB0671FE84}" type="datetimeFigureOut">
              <a:rPr lang="en-US" smtClean="0"/>
              <a:t>7/3/26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0BFBC5-0220-1241-81E3-EED11BEDFA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19346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90EEDA-E9D1-3B41-ACE2-04EB0671FE84}" type="datetimeFigureOut">
              <a:rPr lang="en-US" smtClean="0"/>
              <a:t>7/3/26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0BFBC5-0220-1241-81E3-EED11BEDFA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88218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90EEDA-E9D1-3B41-ACE2-04EB0671FE84}" type="datetimeFigureOut">
              <a:rPr lang="en-US" smtClean="0"/>
              <a:t>7/3/26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0BFBC5-0220-1241-81E3-EED11BEDFA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33528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3873" y="670560"/>
            <a:ext cx="2359342" cy="2346960"/>
          </a:xfrm>
        </p:spPr>
        <p:txBody>
          <a:bodyPr anchor="b"/>
          <a:lstStyle>
            <a:lvl1pPr>
              <a:defRPr sz="256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109913" y="1448226"/>
            <a:ext cx="3703320" cy="7147983"/>
          </a:xfrm>
        </p:spPr>
        <p:txBody>
          <a:bodyPr/>
          <a:lstStyle>
            <a:lvl1pPr>
              <a:defRPr sz="2560"/>
            </a:lvl1pPr>
            <a:lvl2pPr>
              <a:defRPr sz="2240"/>
            </a:lvl2pPr>
            <a:lvl3pPr>
              <a:defRPr sz="192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03873" y="3017520"/>
            <a:ext cx="2359342" cy="5590329"/>
          </a:xfrm>
        </p:spPr>
        <p:txBody>
          <a:bodyPr/>
          <a:lstStyle>
            <a:lvl1pPr marL="0" indent="0">
              <a:buNone/>
              <a:defRPr sz="1280"/>
            </a:lvl1pPr>
            <a:lvl2pPr marL="365760" indent="0">
              <a:buNone/>
              <a:defRPr sz="1120"/>
            </a:lvl2pPr>
            <a:lvl3pPr marL="731520" indent="0">
              <a:buNone/>
              <a:defRPr sz="960"/>
            </a:lvl3pPr>
            <a:lvl4pPr marL="1097280" indent="0">
              <a:buNone/>
              <a:defRPr sz="800"/>
            </a:lvl4pPr>
            <a:lvl5pPr marL="1463040" indent="0">
              <a:buNone/>
              <a:defRPr sz="800"/>
            </a:lvl5pPr>
            <a:lvl6pPr marL="1828800" indent="0">
              <a:buNone/>
              <a:defRPr sz="800"/>
            </a:lvl6pPr>
            <a:lvl7pPr marL="2194560" indent="0">
              <a:buNone/>
              <a:defRPr sz="800"/>
            </a:lvl7pPr>
            <a:lvl8pPr marL="2560320" indent="0">
              <a:buNone/>
              <a:defRPr sz="800"/>
            </a:lvl8pPr>
            <a:lvl9pPr marL="2926080" indent="0">
              <a:buNone/>
              <a:defRPr sz="8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90EEDA-E9D1-3B41-ACE2-04EB0671FE84}" type="datetimeFigureOut">
              <a:rPr lang="en-US" smtClean="0"/>
              <a:t>7/3/26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0BFBC5-0220-1241-81E3-EED11BEDFA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03247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3873" y="670560"/>
            <a:ext cx="2359342" cy="2346960"/>
          </a:xfrm>
        </p:spPr>
        <p:txBody>
          <a:bodyPr anchor="b"/>
          <a:lstStyle>
            <a:lvl1pPr>
              <a:defRPr sz="256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109913" y="1448226"/>
            <a:ext cx="3703320" cy="7147983"/>
          </a:xfrm>
        </p:spPr>
        <p:txBody>
          <a:bodyPr anchor="t"/>
          <a:lstStyle>
            <a:lvl1pPr marL="0" indent="0">
              <a:buNone/>
              <a:defRPr sz="2560"/>
            </a:lvl1pPr>
            <a:lvl2pPr marL="365760" indent="0">
              <a:buNone/>
              <a:defRPr sz="2240"/>
            </a:lvl2pPr>
            <a:lvl3pPr marL="731520" indent="0">
              <a:buNone/>
              <a:defRPr sz="1920"/>
            </a:lvl3pPr>
            <a:lvl4pPr marL="1097280" indent="0">
              <a:buNone/>
              <a:defRPr sz="1600"/>
            </a:lvl4pPr>
            <a:lvl5pPr marL="1463040" indent="0">
              <a:buNone/>
              <a:defRPr sz="1600"/>
            </a:lvl5pPr>
            <a:lvl6pPr marL="1828800" indent="0">
              <a:buNone/>
              <a:defRPr sz="1600"/>
            </a:lvl6pPr>
            <a:lvl7pPr marL="2194560" indent="0">
              <a:buNone/>
              <a:defRPr sz="1600"/>
            </a:lvl7pPr>
            <a:lvl8pPr marL="2560320" indent="0">
              <a:buNone/>
              <a:defRPr sz="1600"/>
            </a:lvl8pPr>
            <a:lvl9pPr marL="292608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03873" y="3017520"/>
            <a:ext cx="2359342" cy="5590329"/>
          </a:xfrm>
        </p:spPr>
        <p:txBody>
          <a:bodyPr/>
          <a:lstStyle>
            <a:lvl1pPr marL="0" indent="0">
              <a:buNone/>
              <a:defRPr sz="1280"/>
            </a:lvl1pPr>
            <a:lvl2pPr marL="365760" indent="0">
              <a:buNone/>
              <a:defRPr sz="1120"/>
            </a:lvl2pPr>
            <a:lvl3pPr marL="731520" indent="0">
              <a:buNone/>
              <a:defRPr sz="960"/>
            </a:lvl3pPr>
            <a:lvl4pPr marL="1097280" indent="0">
              <a:buNone/>
              <a:defRPr sz="800"/>
            </a:lvl4pPr>
            <a:lvl5pPr marL="1463040" indent="0">
              <a:buNone/>
              <a:defRPr sz="800"/>
            </a:lvl5pPr>
            <a:lvl6pPr marL="1828800" indent="0">
              <a:buNone/>
              <a:defRPr sz="800"/>
            </a:lvl6pPr>
            <a:lvl7pPr marL="2194560" indent="0">
              <a:buNone/>
              <a:defRPr sz="800"/>
            </a:lvl7pPr>
            <a:lvl8pPr marL="2560320" indent="0">
              <a:buNone/>
              <a:defRPr sz="800"/>
            </a:lvl8pPr>
            <a:lvl9pPr marL="2926080" indent="0">
              <a:buNone/>
              <a:defRPr sz="8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90EEDA-E9D1-3B41-ACE2-04EB0671FE84}" type="datetimeFigureOut">
              <a:rPr lang="en-US" smtClean="0"/>
              <a:t>7/3/26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0BFBC5-0220-1241-81E3-EED11BEDFA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45942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90EEDA-E9D1-3B41-ACE2-04EB0671FE84}" type="datetimeFigureOut">
              <a:rPr lang="en-US" smtClean="0"/>
              <a:t>7/3/26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0BFBC5-0220-1241-81E3-EED11BEDFA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36259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234940" y="535517"/>
            <a:ext cx="1577340" cy="8524029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02920" y="535517"/>
            <a:ext cx="4640580" cy="852402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90EEDA-E9D1-3B41-ACE2-04EB0671FE84}" type="datetimeFigureOut">
              <a:rPr lang="en-US" smtClean="0"/>
              <a:t>7/3/26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0BFBC5-0220-1241-81E3-EED11BEDFA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25885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02920" y="535519"/>
            <a:ext cx="6309360" cy="194415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2920" y="2677584"/>
            <a:ext cx="6309360" cy="63819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02920" y="9322649"/>
            <a:ext cx="1645920" cy="5355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6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E90EEDA-E9D1-3B41-ACE2-04EB0671FE84}" type="datetimeFigureOut">
              <a:rPr lang="en-US" smtClean="0"/>
              <a:t>7/3/26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423160" y="9322649"/>
            <a:ext cx="2468880" cy="5355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6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166360" y="9322649"/>
            <a:ext cx="1645920" cy="5355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6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F0BFBC5-0220-1241-81E3-EED11BEDFA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886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731520" rtl="0" eaLnBrk="1" latinLnBrk="0" hangingPunct="1">
        <a:lnSpc>
          <a:spcPct val="90000"/>
        </a:lnSpc>
        <a:spcBef>
          <a:spcPct val="0"/>
        </a:spcBef>
        <a:buNone/>
        <a:defRPr sz="352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731520" rtl="0" eaLnBrk="1" latinLnBrk="0" hangingPunct="1">
        <a:lnSpc>
          <a:spcPct val="90000"/>
        </a:lnSpc>
        <a:spcBef>
          <a:spcPts val="800"/>
        </a:spcBef>
        <a:buFont typeface="Arial" panose="020B0604020202020204" pitchFamily="34" charset="0"/>
        <a:buChar char="•"/>
        <a:defRPr sz="224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182880" algn="l" defTabSz="731520" rtl="0" eaLnBrk="1" latinLnBrk="0" hangingPunct="1">
        <a:lnSpc>
          <a:spcPct val="90000"/>
        </a:lnSpc>
        <a:spcBef>
          <a:spcPts val="400"/>
        </a:spcBef>
        <a:buFont typeface="Arial" panose="020B0604020202020204" pitchFamily="34" charset="0"/>
        <a:buChar char="•"/>
        <a:defRPr sz="192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182880" algn="l" defTabSz="731520" rtl="0" eaLnBrk="1" latinLnBrk="0" hangingPunct="1">
        <a:lnSpc>
          <a:spcPct val="90000"/>
        </a:lnSpc>
        <a:spcBef>
          <a:spcPts val="4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280160" indent="-182880" algn="l" defTabSz="731520" rtl="0" eaLnBrk="1" latinLnBrk="0" hangingPunct="1">
        <a:lnSpc>
          <a:spcPct val="90000"/>
        </a:lnSpc>
        <a:spcBef>
          <a:spcPts val="400"/>
        </a:spcBef>
        <a:buFont typeface="Arial" panose="020B0604020202020204" pitchFamily="34" charset="0"/>
        <a:buChar char="•"/>
        <a:defRPr sz="1440" kern="1200">
          <a:solidFill>
            <a:schemeClr val="tx1"/>
          </a:solidFill>
          <a:latin typeface="+mn-lt"/>
          <a:ea typeface="+mn-ea"/>
          <a:cs typeface="+mn-cs"/>
        </a:defRPr>
      </a:lvl4pPr>
      <a:lvl5pPr marL="1645920" indent="-182880" algn="l" defTabSz="731520" rtl="0" eaLnBrk="1" latinLnBrk="0" hangingPunct="1">
        <a:lnSpc>
          <a:spcPct val="90000"/>
        </a:lnSpc>
        <a:spcBef>
          <a:spcPts val="400"/>
        </a:spcBef>
        <a:buFont typeface="Arial" panose="020B0604020202020204" pitchFamily="34" charset="0"/>
        <a:buChar char="•"/>
        <a:defRPr sz="1440" kern="1200">
          <a:solidFill>
            <a:schemeClr val="tx1"/>
          </a:solidFill>
          <a:latin typeface="+mn-lt"/>
          <a:ea typeface="+mn-ea"/>
          <a:cs typeface="+mn-cs"/>
        </a:defRPr>
      </a:lvl5pPr>
      <a:lvl6pPr marL="2011680" indent="-182880" algn="l" defTabSz="731520" rtl="0" eaLnBrk="1" latinLnBrk="0" hangingPunct="1">
        <a:lnSpc>
          <a:spcPct val="90000"/>
        </a:lnSpc>
        <a:spcBef>
          <a:spcPts val="400"/>
        </a:spcBef>
        <a:buFont typeface="Arial" panose="020B0604020202020204" pitchFamily="34" charset="0"/>
        <a:buChar char="•"/>
        <a:defRPr sz="1440" kern="1200">
          <a:solidFill>
            <a:schemeClr val="tx1"/>
          </a:solidFill>
          <a:latin typeface="+mn-lt"/>
          <a:ea typeface="+mn-ea"/>
          <a:cs typeface="+mn-cs"/>
        </a:defRPr>
      </a:lvl6pPr>
      <a:lvl7pPr marL="2377440" indent="-182880" algn="l" defTabSz="731520" rtl="0" eaLnBrk="1" latinLnBrk="0" hangingPunct="1">
        <a:lnSpc>
          <a:spcPct val="90000"/>
        </a:lnSpc>
        <a:spcBef>
          <a:spcPts val="400"/>
        </a:spcBef>
        <a:buFont typeface="Arial" panose="020B0604020202020204" pitchFamily="34" charset="0"/>
        <a:buChar char="•"/>
        <a:defRPr sz="1440" kern="1200">
          <a:solidFill>
            <a:schemeClr val="tx1"/>
          </a:solidFill>
          <a:latin typeface="+mn-lt"/>
          <a:ea typeface="+mn-ea"/>
          <a:cs typeface="+mn-cs"/>
        </a:defRPr>
      </a:lvl7pPr>
      <a:lvl8pPr marL="2743200" indent="-182880" algn="l" defTabSz="731520" rtl="0" eaLnBrk="1" latinLnBrk="0" hangingPunct="1">
        <a:lnSpc>
          <a:spcPct val="90000"/>
        </a:lnSpc>
        <a:spcBef>
          <a:spcPts val="400"/>
        </a:spcBef>
        <a:buFont typeface="Arial" panose="020B0604020202020204" pitchFamily="34" charset="0"/>
        <a:buChar char="•"/>
        <a:defRPr sz="1440" kern="1200">
          <a:solidFill>
            <a:schemeClr val="tx1"/>
          </a:solidFill>
          <a:latin typeface="+mn-lt"/>
          <a:ea typeface="+mn-ea"/>
          <a:cs typeface="+mn-cs"/>
        </a:defRPr>
      </a:lvl8pPr>
      <a:lvl9pPr marL="3108960" indent="-182880" algn="l" defTabSz="731520" rtl="0" eaLnBrk="1" latinLnBrk="0" hangingPunct="1">
        <a:lnSpc>
          <a:spcPct val="90000"/>
        </a:lnSpc>
        <a:spcBef>
          <a:spcPts val="400"/>
        </a:spcBef>
        <a:buFont typeface="Arial" panose="020B0604020202020204" pitchFamily="34" charset="0"/>
        <a:buChar char="•"/>
        <a:defRPr sz="144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31520" rtl="0" eaLnBrk="1" latinLnBrk="0" hangingPunct="1">
        <a:defRPr sz="1440" kern="1200">
          <a:solidFill>
            <a:schemeClr val="tx1"/>
          </a:solidFill>
          <a:latin typeface="+mn-lt"/>
          <a:ea typeface="+mn-ea"/>
          <a:cs typeface="+mn-cs"/>
        </a:defRPr>
      </a:lvl1pPr>
      <a:lvl2pPr marL="365760" algn="l" defTabSz="731520" rtl="0" eaLnBrk="1" latinLnBrk="0" hangingPunct="1">
        <a:defRPr sz="144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algn="l" defTabSz="731520" rtl="0" eaLnBrk="1" latinLnBrk="0" hangingPunct="1">
        <a:defRPr sz="144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algn="l" defTabSz="731520" rtl="0" eaLnBrk="1" latinLnBrk="0" hangingPunct="1">
        <a:defRPr sz="1440" kern="1200">
          <a:solidFill>
            <a:schemeClr val="tx1"/>
          </a:solidFill>
          <a:latin typeface="+mn-lt"/>
          <a:ea typeface="+mn-ea"/>
          <a:cs typeface="+mn-cs"/>
        </a:defRPr>
      </a:lvl4pPr>
      <a:lvl5pPr marL="1463040" algn="l" defTabSz="731520" rtl="0" eaLnBrk="1" latinLnBrk="0" hangingPunct="1">
        <a:defRPr sz="1440" kern="1200">
          <a:solidFill>
            <a:schemeClr val="tx1"/>
          </a:solidFill>
          <a:latin typeface="+mn-lt"/>
          <a:ea typeface="+mn-ea"/>
          <a:cs typeface="+mn-cs"/>
        </a:defRPr>
      </a:lvl5pPr>
      <a:lvl6pPr marL="1828800" algn="l" defTabSz="731520" rtl="0" eaLnBrk="1" latinLnBrk="0" hangingPunct="1">
        <a:defRPr sz="1440" kern="1200">
          <a:solidFill>
            <a:schemeClr val="tx1"/>
          </a:solidFill>
          <a:latin typeface="+mn-lt"/>
          <a:ea typeface="+mn-ea"/>
          <a:cs typeface="+mn-cs"/>
        </a:defRPr>
      </a:lvl6pPr>
      <a:lvl7pPr marL="2194560" algn="l" defTabSz="731520" rtl="0" eaLnBrk="1" latinLnBrk="0" hangingPunct="1">
        <a:defRPr sz="1440" kern="1200">
          <a:solidFill>
            <a:schemeClr val="tx1"/>
          </a:solidFill>
          <a:latin typeface="+mn-lt"/>
          <a:ea typeface="+mn-ea"/>
          <a:cs typeface="+mn-cs"/>
        </a:defRPr>
      </a:lvl7pPr>
      <a:lvl8pPr marL="2560320" algn="l" defTabSz="731520" rtl="0" eaLnBrk="1" latinLnBrk="0" hangingPunct="1">
        <a:defRPr sz="1440" kern="1200">
          <a:solidFill>
            <a:schemeClr val="tx1"/>
          </a:solidFill>
          <a:latin typeface="+mn-lt"/>
          <a:ea typeface="+mn-ea"/>
          <a:cs typeface="+mn-cs"/>
        </a:defRPr>
      </a:lvl8pPr>
      <a:lvl9pPr marL="2926080" algn="l" defTabSz="731520" rtl="0" eaLnBrk="1" latinLnBrk="0" hangingPunct="1">
        <a:defRPr sz="144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>
            <a:extLst>
              <a:ext uri="{FF2B5EF4-FFF2-40B4-BE49-F238E27FC236}">
                <a16:creationId xmlns:a16="http://schemas.microsoft.com/office/drawing/2014/main" id="{500AFB6F-344C-28E7-B5B4-93D863753D77}"/>
              </a:ext>
            </a:extLst>
          </p:cNvPr>
          <p:cNvGrpSpPr/>
          <p:nvPr/>
        </p:nvGrpSpPr>
        <p:grpSpPr>
          <a:xfrm>
            <a:off x="0" y="-49148"/>
            <a:ext cx="7315200" cy="10007977"/>
            <a:chOff x="0" y="-49148"/>
            <a:chExt cx="7315200" cy="10007977"/>
          </a:xfrm>
        </p:grpSpPr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8B140586-2D55-3C43-103E-DD0F766AFBD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0" y="4838189"/>
              <a:ext cx="7315200" cy="5120640"/>
            </a:xfrm>
            <a:prstGeom prst="rect">
              <a:avLst/>
            </a:prstGeom>
          </p:spPr>
        </p:pic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67A457C1-6884-C695-5F0D-08B9F182F8B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0" y="-49148"/>
              <a:ext cx="7315200" cy="5120640"/>
            </a:xfrm>
            <a:prstGeom prst="rect">
              <a:avLst/>
            </a:prstGeom>
          </p:spPr>
        </p:pic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5BCFEC78-31AB-2A25-6DC2-A5F6CD07476B}"/>
                </a:ext>
              </a:extLst>
            </p:cNvPr>
            <p:cNvSpPr txBox="1"/>
            <p:nvPr/>
          </p:nvSpPr>
          <p:spPr>
            <a:xfrm>
              <a:off x="144379" y="48126"/>
              <a:ext cx="32092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A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1C2BF5C3-62A5-DCA5-1C18-BA79E86E9C7F}"/>
                </a:ext>
              </a:extLst>
            </p:cNvPr>
            <p:cNvSpPr txBox="1"/>
            <p:nvPr/>
          </p:nvSpPr>
          <p:spPr>
            <a:xfrm>
              <a:off x="144459" y="4886826"/>
              <a:ext cx="32412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B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52917205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12</TotalTime>
  <Words>2</Words>
  <Application>Microsoft Macintosh PowerPoint</Application>
  <PresentationFormat>Custom</PresentationFormat>
  <Paragraphs>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Jacob Wynne</dc:creator>
  <cp:lastModifiedBy>Jacob Wynne</cp:lastModifiedBy>
  <cp:revision>3</cp:revision>
  <dcterms:created xsi:type="dcterms:W3CDTF">2026-04-06T18:21:06Z</dcterms:created>
  <dcterms:modified xsi:type="dcterms:W3CDTF">2026-07-03T19:32:39Z</dcterms:modified>
</cp:coreProperties>
</file>